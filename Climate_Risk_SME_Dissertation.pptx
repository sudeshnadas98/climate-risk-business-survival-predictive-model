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B16E84-9B96-4EBD-9939-70F1D14CC296}" v="21" dt="2026-04-27T15:06:20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eshna Das" userId="c36bc748809757eb" providerId="LiveId" clId="{C4035631-869B-4B62-A898-43967187AD72}"/>
    <pc:docChg chg="undo custSel modSld">
      <pc:chgData name="Sudeshna Das" userId="c36bc748809757eb" providerId="LiveId" clId="{C4035631-869B-4B62-A898-43967187AD72}" dt="2026-04-28T03:25:01.538" v="747" actId="20577"/>
      <pc:docMkLst>
        <pc:docMk/>
      </pc:docMkLst>
      <pc:sldChg chg="addSp delSp modSp mod setBg">
        <pc:chgData name="Sudeshna Das" userId="c36bc748809757eb" providerId="LiveId" clId="{C4035631-869B-4B62-A898-43967187AD72}" dt="2026-04-26T18:37:30.209" v="212" actId="255"/>
        <pc:sldMkLst>
          <pc:docMk/>
          <pc:sldMk cId="0" sldId="256"/>
        </pc:sldMkLst>
        <pc:spChg chg="mod">
          <ac:chgData name="Sudeshna Das" userId="c36bc748809757eb" providerId="LiveId" clId="{C4035631-869B-4B62-A898-43967187AD72}" dt="2026-04-26T18:36:41.650" v="208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deshna Das" userId="c36bc748809757eb" providerId="LiveId" clId="{C4035631-869B-4B62-A898-43967187AD72}" dt="2026-04-26T18:37:16.218" v="211" actId="255"/>
          <ac:spMkLst>
            <pc:docMk/>
            <pc:sldMk cId="0" sldId="256"/>
            <ac:spMk id="5" creationId="{00000000-0000-0000-0000-000000000000}"/>
          </ac:spMkLst>
        </pc:spChg>
        <pc:spChg chg="mod">
          <ac:chgData name="Sudeshna Das" userId="c36bc748809757eb" providerId="LiveId" clId="{C4035631-869B-4B62-A898-43967187AD72}" dt="2026-04-26T18:36:50.945" v="210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deshna Das" userId="c36bc748809757eb" providerId="LiveId" clId="{C4035631-869B-4B62-A898-43967187AD72}" dt="2026-04-26T18:37:30.209" v="212" actId="255"/>
          <ac:spMkLst>
            <pc:docMk/>
            <pc:sldMk cId="0" sldId="256"/>
            <ac:spMk id="7" creationId="{00000000-0000-0000-0000-000000000000}"/>
          </ac:spMkLst>
        </pc:spChg>
        <pc:picChg chg="add mod">
          <ac:chgData name="Sudeshna Das" userId="c36bc748809757eb" providerId="LiveId" clId="{C4035631-869B-4B62-A898-43967187AD72}" dt="2026-04-26T18:23:53.192" v="28"/>
          <ac:picMkLst>
            <pc:docMk/>
            <pc:sldMk cId="0" sldId="256"/>
            <ac:picMk id="11" creationId="{640D9CB3-3DE5-C6D5-87B6-2FB9FC9EB00C}"/>
          </ac:picMkLst>
        </pc:picChg>
      </pc:sldChg>
      <pc:sldChg chg="addSp delSp modSp mod chgLayout">
        <pc:chgData name="Sudeshna Das" userId="c36bc748809757eb" providerId="LiveId" clId="{C4035631-869B-4B62-A898-43967187AD72}" dt="2026-04-26T18:57:44.866" v="290" actId="255"/>
        <pc:sldMkLst>
          <pc:docMk/>
          <pc:sldMk cId="0" sldId="257"/>
        </pc:sldMkLst>
        <pc:spChg chg="mod">
          <ac:chgData name="Sudeshna Das" userId="c36bc748809757eb" providerId="LiveId" clId="{C4035631-869B-4B62-A898-43967187AD72}" dt="2026-04-26T18:56:24.741" v="284" actId="255"/>
          <ac:spMkLst>
            <pc:docMk/>
            <pc:sldMk cId="0" sldId="257"/>
            <ac:spMk id="3" creationId="{00000000-0000-0000-0000-000000000000}"/>
          </ac:spMkLst>
        </pc:spChg>
        <pc:spChg chg="mod">
          <ac:chgData name="Sudeshna Das" userId="c36bc748809757eb" providerId="LiveId" clId="{C4035631-869B-4B62-A898-43967187AD72}" dt="2026-04-26T18:56:07.293" v="283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Sudeshna Das" userId="c36bc748809757eb" providerId="LiveId" clId="{C4035631-869B-4B62-A898-43967187AD72}" dt="2026-04-26T18:45:05.744" v="232" actId="21"/>
          <ac:spMkLst>
            <pc:docMk/>
            <pc:sldMk cId="0" sldId="257"/>
            <ac:spMk id="6" creationId="{00000000-0000-0000-0000-000000000000}"/>
          </ac:spMkLst>
        </pc:spChg>
        <pc:spChg chg="mod">
          <ac:chgData name="Sudeshna Das" userId="c36bc748809757eb" providerId="LiveId" clId="{C4035631-869B-4B62-A898-43967187AD72}" dt="2026-04-26T18:45:26.403" v="234" actId="21"/>
          <ac:spMkLst>
            <pc:docMk/>
            <pc:sldMk cId="0" sldId="257"/>
            <ac:spMk id="7" creationId="{00000000-0000-0000-0000-000000000000}"/>
          </ac:spMkLst>
        </pc:spChg>
        <pc:spChg chg="mod">
          <ac:chgData name="Sudeshna Das" userId="c36bc748809757eb" providerId="LiveId" clId="{C4035631-869B-4B62-A898-43967187AD72}" dt="2026-04-26T18:46:53.716" v="263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Sudeshna Das" userId="c36bc748809757eb" providerId="LiveId" clId="{C4035631-869B-4B62-A898-43967187AD72}" dt="2026-04-26T18:46:01.727" v="238" actId="2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udeshna Das" userId="c36bc748809757eb" providerId="LiveId" clId="{C4035631-869B-4B62-A898-43967187AD72}" dt="2026-04-26T18:46:17.279" v="240" actId="2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udeshna Das" userId="c36bc748809757eb" providerId="LiveId" clId="{C4035631-869B-4B62-A898-43967187AD72}" dt="2026-04-26T18:46:49.104" v="259" actId="20577"/>
          <ac:spMkLst>
            <pc:docMk/>
            <pc:sldMk cId="0" sldId="257"/>
            <ac:spMk id="13" creationId="{00000000-0000-0000-0000-000000000000}"/>
          </ac:spMkLst>
        </pc:spChg>
        <pc:spChg chg="add mod">
          <ac:chgData name="Sudeshna Das" userId="c36bc748809757eb" providerId="LiveId" clId="{C4035631-869B-4B62-A898-43967187AD72}" dt="2026-04-26T18:57:23.617" v="288" actId="255"/>
          <ac:spMkLst>
            <pc:docMk/>
            <pc:sldMk cId="0" sldId="257"/>
            <ac:spMk id="15" creationId="{BCB7A300-170A-AF9A-3616-692F3937D5DE}"/>
          </ac:spMkLst>
        </pc:spChg>
        <pc:spChg chg="add mod">
          <ac:chgData name="Sudeshna Das" userId="c36bc748809757eb" providerId="LiveId" clId="{C4035631-869B-4B62-A898-43967187AD72}" dt="2026-04-26T18:57:36.617" v="289" actId="255"/>
          <ac:spMkLst>
            <pc:docMk/>
            <pc:sldMk cId="0" sldId="257"/>
            <ac:spMk id="16" creationId="{D1174805-CDFD-DE33-025E-E2082E302AA1}"/>
          </ac:spMkLst>
        </pc:spChg>
        <pc:spChg chg="add mod">
          <ac:chgData name="Sudeshna Das" userId="c36bc748809757eb" providerId="LiveId" clId="{C4035631-869B-4B62-A898-43967187AD72}" dt="2026-04-26T18:57:44.866" v="290" actId="255"/>
          <ac:spMkLst>
            <pc:docMk/>
            <pc:sldMk cId="0" sldId="257"/>
            <ac:spMk id="17" creationId="{58C9AA95-0D36-1A2D-9AF2-D4BFA96818BF}"/>
          </ac:spMkLst>
        </pc:spChg>
        <pc:picChg chg="add mod">
          <ac:chgData name="Sudeshna Das" userId="c36bc748809757eb" providerId="LiveId" clId="{C4035631-869B-4B62-A898-43967187AD72}" dt="2026-04-26T18:55:51.933" v="282" actId="14100"/>
          <ac:picMkLst>
            <pc:docMk/>
            <pc:sldMk cId="0" sldId="257"/>
            <ac:picMk id="19" creationId="{C2F583B3-1EB8-0D5B-2B71-7419EB2F2A50}"/>
          </ac:picMkLst>
        </pc:picChg>
      </pc:sldChg>
      <pc:sldChg chg="addSp modSp mod chgLayout">
        <pc:chgData name="Sudeshna Das" userId="c36bc748809757eb" providerId="LiveId" clId="{C4035631-869B-4B62-A898-43967187AD72}" dt="2026-04-26T19:07:23.481" v="349" actId="1076"/>
        <pc:sldMkLst>
          <pc:docMk/>
          <pc:sldMk cId="0" sldId="258"/>
        </pc:sldMkLst>
        <pc:spChg chg="mod">
          <ac:chgData name="Sudeshna Das" userId="c36bc748809757eb" providerId="LiveId" clId="{C4035631-869B-4B62-A898-43967187AD72}" dt="2026-04-26T18:59:56.715" v="305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05:12.464" v="344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00:59.542" v="312" actId="122"/>
          <ac:spMkLst>
            <pc:docMk/>
            <pc:sldMk cId="0" sldId="258"/>
            <ac:spMk id="6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01:24.168" v="318" actId="122"/>
          <ac:spMkLst>
            <pc:docMk/>
            <pc:sldMk cId="0" sldId="258"/>
            <ac:spMk id="7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01:04.211" v="313" actId="122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01:19.108" v="317" actId="122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01:08.749" v="314" actId="122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01:28.515" v="319" actId="122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01:12.246" v="315" actId="122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01:32.473" v="320" actId="122"/>
          <ac:spMkLst>
            <pc:docMk/>
            <pc:sldMk cId="0" sldId="258"/>
            <ac:spMk id="19" creationId="{00000000-0000-0000-0000-000000000000}"/>
          </ac:spMkLst>
        </pc:spChg>
        <pc:picChg chg="add mod">
          <ac:chgData name="Sudeshna Das" userId="c36bc748809757eb" providerId="LiveId" clId="{C4035631-869B-4B62-A898-43967187AD72}" dt="2026-04-26T19:03:09.606" v="337" actId="1076"/>
          <ac:picMkLst>
            <pc:docMk/>
            <pc:sldMk cId="0" sldId="258"/>
            <ac:picMk id="21" creationId="{F840B650-BDD7-C44F-C177-177D9C9E55BA}"/>
          </ac:picMkLst>
        </pc:picChg>
        <pc:picChg chg="add mod">
          <ac:chgData name="Sudeshna Das" userId="c36bc748809757eb" providerId="LiveId" clId="{C4035631-869B-4B62-A898-43967187AD72}" dt="2026-04-26T19:04:02.557" v="340" actId="1076"/>
          <ac:picMkLst>
            <pc:docMk/>
            <pc:sldMk cId="0" sldId="258"/>
            <ac:picMk id="23" creationId="{50795CE8-D91B-B777-B81B-721874DC2247}"/>
          </ac:picMkLst>
        </pc:picChg>
        <pc:picChg chg="add mod">
          <ac:chgData name="Sudeshna Das" userId="c36bc748809757eb" providerId="LiveId" clId="{C4035631-869B-4B62-A898-43967187AD72}" dt="2026-04-26T19:05:19.990" v="345" actId="1076"/>
          <ac:picMkLst>
            <pc:docMk/>
            <pc:sldMk cId="0" sldId="258"/>
            <ac:picMk id="25" creationId="{3F86721A-FB4D-2122-52C5-BCAAF927AA94}"/>
          </ac:picMkLst>
        </pc:picChg>
        <pc:picChg chg="add mod">
          <ac:chgData name="Sudeshna Das" userId="c36bc748809757eb" providerId="LiveId" clId="{C4035631-869B-4B62-A898-43967187AD72}" dt="2026-04-26T19:07:23.481" v="349" actId="1076"/>
          <ac:picMkLst>
            <pc:docMk/>
            <pc:sldMk cId="0" sldId="258"/>
            <ac:picMk id="27" creationId="{94970177-B098-5A1B-1532-FA2043269C5B}"/>
          </ac:picMkLst>
        </pc:picChg>
      </pc:sldChg>
      <pc:sldChg chg="modSp mod">
        <pc:chgData name="Sudeshna Das" userId="c36bc748809757eb" providerId="LiveId" clId="{C4035631-869B-4B62-A898-43967187AD72}" dt="2026-04-27T15:07:11.570" v="733" actId="123"/>
        <pc:sldMkLst>
          <pc:docMk/>
          <pc:sldMk cId="0" sldId="259"/>
        </pc:sldMkLst>
        <pc:spChg chg="mod">
          <ac:chgData name="Sudeshna Das" userId="c36bc748809757eb" providerId="LiveId" clId="{C4035631-869B-4B62-A898-43967187AD72}" dt="2026-04-27T05:25:41.144" v="711" actId="255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deshna Das" userId="c36bc748809757eb" providerId="LiveId" clId="{C4035631-869B-4B62-A898-43967187AD72}" dt="2026-04-27T15:07:11.570" v="733" actId="123"/>
          <ac:spMkLst>
            <pc:docMk/>
            <pc:sldMk cId="0" sldId="259"/>
            <ac:spMk id="4" creationId="{00000000-0000-0000-0000-000000000000}"/>
          </ac:spMkLst>
        </pc:spChg>
      </pc:sldChg>
      <pc:sldChg chg="modSp mod chgLayout">
        <pc:chgData name="Sudeshna Das" userId="c36bc748809757eb" providerId="LiveId" clId="{C4035631-869B-4B62-A898-43967187AD72}" dt="2026-04-27T15:07:49.623" v="739" actId="123"/>
        <pc:sldMkLst>
          <pc:docMk/>
          <pc:sldMk cId="0" sldId="260"/>
        </pc:sldMkLst>
        <pc:spChg chg="mod">
          <ac:chgData name="Sudeshna Das" userId="c36bc748809757eb" providerId="LiveId" clId="{C4035631-869B-4B62-A898-43967187AD72}" dt="2026-04-26T19:07:57.014" v="350" actId="255"/>
          <ac:spMkLst>
            <pc:docMk/>
            <pc:sldMk cId="0" sldId="260"/>
            <ac:spMk id="3" creationId="{00000000-0000-0000-0000-000000000000}"/>
          </ac:spMkLst>
        </pc:spChg>
        <pc:spChg chg="mod">
          <ac:chgData name="Sudeshna Das" userId="c36bc748809757eb" providerId="LiveId" clId="{C4035631-869B-4B62-A898-43967187AD72}" dt="2026-04-27T15:07:26.144" v="734" actId="123"/>
          <ac:spMkLst>
            <pc:docMk/>
            <pc:sldMk cId="0" sldId="260"/>
            <ac:spMk id="7" creationId="{00000000-0000-0000-0000-000000000000}"/>
          </ac:spMkLst>
        </pc:spChg>
        <pc:spChg chg="mod">
          <ac:chgData name="Sudeshna Das" userId="c36bc748809757eb" providerId="LiveId" clId="{C4035631-869B-4B62-A898-43967187AD72}" dt="2026-04-27T15:07:30.910" v="735" actId="12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udeshna Das" userId="c36bc748809757eb" providerId="LiveId" clId="{C4035631-869B-4B62-A898-43967187AD72}" dt="2026-04-27T15:07:40.464" v="737" actId="123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udeshna Das" userId="c36bc748809757eb" providerId="LiveId" clId="{C4035631-869B-4B62-A898-43967187AD72}" dt="2026-04-27T15:07:49.623" v="739" actId="123"/>
          <ac:spMkLst>
            <pc:docMk/>
            <pc:sldMk cId="0" sldId="260"/>
            <ac:spMk id="19" creationId="{00000000-0000-0000-0000-000000000000}"/>
          </ac:spMkLst>
        </pc:spChg>
      </pc:sldChg>
      <pc:sldChg chg="modSp mod">
        <pc:chgData name="Sudeshna Das" userId="c36bc748809757eb" providerId="LiveId" clId="{C4035631-869B-4B62-A898-43967187AD72}" dt="2026-04-28T03:25:01.538" v="747" actId="20577"/>
        <pc:sldMkLst>
          <pc:docMk/>
          <pc:sldMk cId="0" sldId="261"/>
        </pc:sldMkLst>
        <pc:spChg chg="mod">
          <ac:chgData name="Sudeshna Das" userId="c36bc748809757eb" providerId="LiveId" clId="{C4035631-869B-4B62-A898-43967187AD72}" dt="2026-04-26T19:12:45.447" v="548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14:39.260" v="564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12:56.791" v="549" actId="255"/>
          <ac:spMkLst>
            <pc:docMk/>
            <pc:sldMk cId="0" sldId="261"/>
            <ac:spMk id="6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14:52.587" v="565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Sudeshna Das" userId="c36bc748809757eb" providerId="LiveId" clId="{C4035631-869B-4B62-A898-43967187AD72}" dt="2026-04-28T03:24:24.709" v="741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13:03.742" v="550" actId="25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udeshna Das" userId="c36bc748809757eb" providerId="LiveId" clId="{C4035631-869B-4B62-A898-43967187AD72}" dt="2026-04-28T03:24:34.651" v="742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udeshna Das" userId="c36bc748809757eb" providerId="LiveId" clId="{C4035631-869B-4B62-A898-43967187AD72}" dt="2026-04-26T19:13:11.573" v="551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udeshna Das" userId="c36bc748809757eb" providerId="LiveId" clId="{C4035631-869B-4B62-A898-43967187AD72}" dt="2026-04-28T03:25:01.538" v="747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 mod">
        <pc:chgData name="Sudeshna Das" userId="c36bc748809757eb" providerId="LiveId" clId="{C4035631-869B-4B62-A898-43967187AD72}" dt="2026-04-27T05:21:04.250" v="700" actId="255"/>
        <pc:sldMkLst>
          <pc:docMk/>
          <pc:sldMk cId="0" sldId="262"/>
        </pc:sldMkLst>
        <pc:spChg chg="mod">
          <ac:chgData name="Sudeshna Das" userId="c36bc748809757eb" providerId="LiveId" clId="{C4035631-869B-4B62-A898-43967187AD72}" dt="2026-04-27T05:15:17.670" v="567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20:01.761" v="694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15:51.634" v="570" actId="255"/>
          <ac:spMkLst>
            <pc:docMk/>
            <pc:sldMk cId="0" sldId="262"/>
            <ac:spMk id="5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20:36.065" v="697" actId="255"/>
          <ac:spMkLst>
            <pc:docMk/>
            <pc:sldMk cId="0" sldId="262"/>
            <ac:spMk id="6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15:44.498" v="569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20:44.646" v="698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16:04.585" v="571" actId="25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20:53.635" v="699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16:14.486" v="572" actId="25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21:04.250" v="700" actId="255"/>
          <ac:spMkLst>
            <pc:docMk/>
            <pc:sldMk cId="0" sldId="262"/>
            <ac:spMk id="15" creationId="{00000000-0000-0000-0000-000000000000}"/>
          </ac:spMkLst>
        </pc:spChg>
      </pc:sldChg>
      <pc:sldChg chg="modSp mod">
        <pc:chgData name="Sudeshna Das" userId="c36bc748809757eb" providerId="LiveId" clId="{C4035631-869B-4B62-A898-43967187AD72}" dt="2026-04-27T05:21:50.608" v="701" actId="255"/>
        <pc:sldMkLst>
          <pc:docMk/>
          <pc:sldMk cId="0" sldId="263"/>
        </pc:sldMkLst>
        <pc:spChg chg="mod">
          <ac:chgData name="Sudeshna Das" userId="c36bc748809757eb" providerId="LiveId" clId="{C4035631-869B-4B62-A898-43967187AD72}" dt="2026-04-27T05:21:50.608" v="701" actId="255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Sudeshna Das" userId="c36bc748809757eb" providerId="LiveId" clId="{C4035631-869B-4B62-A898-43967187AD72}" dt="2026-04-27T05:22:05.498" v="702" actId="255"/>
        <pc:sldMkLst>
          <pc:docMk/>
          <pc:sldMk cId="0" sldId="264"/>
        </pc:sldMkLst>
        <pc:spChg chg="mod">
          <ac:chgData name="Sudeshna Das" userId="c36bc748809757eb" providerId="LiveId" clId="{C4035631-869B-4B62-A898-43967187AD72}" dt="2026-04-27T05:22:05.498" v="702" actId="255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Sudeshna Das" userId="c36bc748809757eb" providerId="LiveId" clId="{C4035631-869B-4B62-A898-43967187AD72}" dt="2026-04-27T15:06:45.355" v="732" actId="20577"/>
        <pc:sldMkLst>
          <pc:docMk/>
          <pc:sldMk cId="0" sldId="265"/>
        </pc:sldMkLst>
        <pc:spChg chg="mod">
          <ac:chgData name="Sudeshna Das" userId="c36bc748809757eb" providerId="LiveId" clId="{C4035631-869B-4B62-A898-43967187AD72}" dt="2026-04-27T05:22:46.022" v="703" actId="255"/>
          <ac:spMkLst>
            <pc:docMk/>
            <pc:sldMk cId="0" sldId="265"/>
            <ac:spMk id="3" creationId="{00000000-0000-0000-0000-000000000000}"/>
          </ac:spMkLst>
        </pc:spChg>
        <pc:spChg chg="mod">
          <ac:chgData name="Sudeshna Das" userId="c36bc748809757eb" providerId="LiveId" clId="{C4035631-869B-4B62-A898-43967187AD72}" dt="2026-04-27T15:06:45.355" v="732" actId="20577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Sudeshna Das" userId="c36bc748809757eb" providerId="LiveId" clId="{C4035631-869B-4B62-A898-43967187AD72}" dt="2026-04-27T05:23:45.562" v="708" actId="255"/>
        <pc:sldMkLst>
          <pc:docMk/>
          <pc:sldMk cId="0" sldId="266"/>
        </pc:sldMkLst>
        <pc:spChg chg="mod">
          <ac:chgData name="Sudeshna Das" userId="c36bc748809757eb" providerId="LiveId" clId="{C4035631-869B-4B62-A898-43967187AD72}" dt="2026-04-27T05:23:07.457" v="704" actId="255"/>
          <ac:spMkLst>
            <pc:docMk/>
            <pc:sldMk cId="0" sldId="266"/>
            <ac:spMk id="4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23:18.043" v="705" actId="255"/>
          <ac:spMkLst>
            <pc:docMk/>
            <pc:sldMk cId="0" sldId="266"/>
            <ac:spMk id="6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23:38.500" v="707" actId="255"/>
          <ac:spMkLst>
            <pc:docMk/>
            <pc:sldMk cId="0" sldId="266"/>
            <ac:spMk id="7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23:30.013" v="706" actId="255"/>
          <ac:spMkLst>
            <pc:docMk/>
            <pc:sldMk cId="0" sldId="266"/>
            <ac:spMk id="9" creationId="{00000000-0000-0000-0000-000000000000}"/>
          </ac:spMkLst>
        </pc:spChg>
        <pc:spChg chg="mod">
          <ac:chgData name="Sudeshna Das" userId="c36bc748809757eb" providerId="LiveId" clId="{C4035631-869B-4B62-A898-43967187AD72}" dt="2026-04-27T05:23:45.562" v="708" actId="255"/>
          <ac:spMkLst>
            <pc:docMk/>
            <pc:sldMk cId="0" sldId="266"/>
            <ac:spMk id="10" creationId="{00000000-0000-0000-0000-000000000000}"/>
          </ac:spMkLst>
        </pc:spChg>
      </pc:sldChg>
      <pc:sldChg chg="modSp mod">
        <pc:chgData name="Sudeshna Das" userId="c36bc748809757eb" providerId="LiveId" clId="{C4035631-869B-4B62-A898-43967187AD72}" dt="2026-04-27T05:23:59.710" v="709" actId="255"/>
        <pc:sldMkLst>
          <pc:docMk/>
          <pc:sldMk cId="0" sldId="267"/>
        </pc:sldMkLst>
        <pc:spChg chg="mod">
          <ac:chgData name="Sudeshna Das" userId="c36bc748809757eb" providerId="LiveId" clId="{C4035631-869B-4B62-A898-43967187AD72}" dt="2026-04-27T05:23:59.710" v="709" actId="255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A2342"/>
                </a:solidFill>
                <a:latin typeface="Arial"/>
              </a:rPr>
              <a:t>Model Accuracy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A6B7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51-4BD9-99FA-5B329ACBAD48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51-4BD9-99FA-5B329ACBAD48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51-4BD9-99FA-5B329ACBAD48}"/>
              </c:ext>
            </c:extLst>
          </c:dPt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XGBoost</c:v>
                </c:pt>
                <c:pt idx="2">
                  <c:v>LightGBM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</c:v>
                </c:pt>
                <c:pt idx="1">
                  <c:v>0.87</c:v>
                </c:pt>
                <c:pt idx="2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51-4BD9-99FA-5B329ACBA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A2342"/>
                </a:solidFill>
                <a:latin typeface="Arial"/>
              </a:rPr>
              <a:t>SME Distress Rate: Baseline vs +2°C Scenario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Distress Rate</c:v>
                </c:pt>
              </c:strCache>
            </c:strRef>
          </c:tx>
          <c:spPr>
            <a:ln w="31750" cap="flat">
              <a:solidFill>
                <a:srgbClr val="1A6B7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6B72"/>
              </a:solidFill>
              <a:ln w="9525" cap="flat">
                <a:solidFill>
                  <a:srgbClr val="1A6B7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Low</c:v>
                </c:pt>
                <c:pt idx="1">
                  <c:v>Low-Mid</c:v>
                </c:pt>
                <c:pt idx="2">
                  <c:v>Mid</c:v>
                </c:pt>
                <c:pt idx="3">
                  <c:v>Mid-High</c:v>
                </c:pt>
                <c:pt idx="4">
                  <c:v>High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0.35</c:v>
                </c:pt>
                <c:pt idx="2">
                  <c:v>0.5</c:v>
                </c:pt>
                <c:pt idx="3">
                  <c:v>0.65</c:v>
                </c:pt>
                <c:pt idx="4">
                  <c:v>0.78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BDC-4055-8B7C-53E119862E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+2°C Scenario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Low</c:v>
                </c:pt>
                <c:pt idx="1">
                  <c:v>Low-Mid</c:v>
                </c:pt>
                <c:pt idx="2">
                  <c:v>Mid</c:v>
                </c:pt>
                <c:pt idx="3">
                  <c:v>Mid-High</c:v>
                </c:pt>
                <c:pt idx="4">
                  <c:v>High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0.28000000000000003</c:v>
                </c:pt>
                <c:pt idx="1">
                  <c:v>0.45</c:v>
                </c:pt>
                <c:pt idx="2">
                  <c:v>0.62</c:v>
                </c:pt>
                <c:pt idx="3">
                  <c:v>0.74</c:v>
                </c:pt>
                <c:pt idx="4">
                  <c:v>0.89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BDC-4055-8B7C-53E119862E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5068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the Impact of</a:t>
            </a:r>
            <a:endParaRPr lang="en-US" sz="4000" dirty="0"/>
          </a:p>
          <a:p>
            <a:pPr marL="0" indent="0" algn="just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Risk on Business Survival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171700"/>
            <a:ext cx="8229600" cy="5029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Mining-Based Predictive Model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579370"/>
            <a:ext cx="7772400" cy="0"/>
          </a:xfrm>
          <a:prstGeom prst="line">
            <a:avLst/>
          </a:prstGeom>
          <a:noFill/>
          <a:ln w="12700">
            <a:solidFill>
              <a:srgbClr val="1A6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971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Sudeshna Das  |  SAP ID: 590010583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– Business Analytics  |  School of Business, UPES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Sajad Hussain Bhat  |  April 2026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0D9CB3-3DE5-C6D5-87B6-2FB9FC9EB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272"/>
            <a:ext cx="914400" cy="3991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9795" y="411480"/>
            <a:ext cx="5152571" cy="3502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is increasing extreme events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faces heatwaves, floods, cyclones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are the backbone of the economy 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risk ignored in decision-making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data-driven models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0" y="10789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0" y="16002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23591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217920" y="28803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36393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4160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B7A300-170A-AF9A-3616-692F3937D5DE}"/>
              </a:ext>
            </a:extLst>
          </p:cNvPr>
          <p:cNvSpPr/>
          <p:nvPr/>
        </p:nvSpPr>
        <p:spPr>
          <a:xfrm>
            <a:off x="502919" y="4064508"/>
            <a:ext cx="2479767" cy="9875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Cr+</a:t>
            </a:r>
            <a:endParaRPr lang="en-US" sz="2000" dirty="0"/>
          </a:p>
          <a:p>
            <a:pPr algn="ctr"/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in India</a:t>
            </a:r>
            <a:endParaRPr lang="en-US" sz="1400" dirty="0"/>
          </a:p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174805-CDFD-DE33-025E-E2082E302AA1}"/>
              </a:ext>
            </a:extLst>
          </p:cNvPr>
          <p:cNvSpPr/>
          <p:nvPr/>
        </p:nvSpPr>
        <p:spPr>
          <a:xfrm>
            <a:off x="3486695" y="4064508"/>
            <a:ext cx="2373085" cy="9875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</a:t>
            </a:r>
            <a:endParaRPr lang="en-US" sz="2000" dirty="0"/>
          </a:p>
          <a:p>
            <a:pPr algn="ctr"/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Contribution</a:t>
            </a:r>
            <a:endParaRPr lang="en-US" sz="1400" dirty="0"/>
          </a:p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C9AA95-0D36-1A2D-9AF2-D4BFA96818BF}"/>
              </a:ext>
            </a:extLst>
          </p:cNvPr>
          <p:cNvSpPr/>
          <p:nvPr/>
        </p:nvSpPr>
        <p:spPr>
          <a:xfrm>
            <a:off x="6326051" y="4064508"/>
            <a:ext cx="2452189" cy="9875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</a:t>
            </a:r>
            <a:endParaRPr lang="en-US" sz="2000" dirty="0"/>
          </a:p>
          <a:p>
            <a:pPr algn="ctr"/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Output</a:t>
            </a:r>
            <a:endParaRPr lang="en-US" sz="1400" dirty="0"/>
          </a:p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2F583B3-1EB8-0D5B-2B71-7419EB2F2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771" y="525780"/>
            <a:ext cx="3525426" cy="29286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SMEs Are Most Vulnerable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66344" y="950976"/>
            <a:ext cx="4023360" cy="1600200"/>
          </a:xfrm>
          <a:prstGeom prst="rect">
            <a:avLst/>
          </a:prstGeom>
          <a:solidFill>
            <a:srgbClr val="FEE2E2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6002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Financial Resources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lack capital buffers to absorb climate shocks, unlike large corporates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23360" cy="1600200"/>
          </a:xfrm>
          <a:prstGeom prst="rect">
            <a:avLst/>
          </a:prstGeom>
          <a:solidFill>
            <a:srgbClr val="E0F2F7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64008" cy="16002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51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4173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in specific regions without diversified operations, raising exposure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023360" cy="1600200"/>
          </a:xfrm>
          <a:prstGeom prst="rect">
            <a:avLst/>
          </a:prstGeom>
          <a:solidFill>
            <a:srgbClr val="FEF3C7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64008" cy="16002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Risk Management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2004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awareness and absence of climate risk assessment &amp; insurance tools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4023360" cy="1600200"/>
          </a:xfrm>
          <a:prstGeom prst="rect">
            <a:avLst/>
          </a:prstGeom>
          <a:solidFill>
            <a:srgbClr val="F0FDF4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743200"/>
            <a:ext cx="64008" cy="16002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8346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Dependence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32004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on local suppliers and regional demand creates fragile networks</a:t>
            </a:r>
            <a:endParaRPr lang="en-US" sz="1200" dirty="0"/>
          </a:p>
        </p:txBody>
      </p:sp>
      <p:pic>
        <p:nvPicPr>
          <p:cNvPr id="21" name="Graphic 20" descr="Bank with solid fill">
            <a:extLst>
              <a:ext uri="{FF2B5EF4-FFF2-40B4-BE49-F238E27FC236}">
                <a16:creationId xmlns:a16="http://schemas.microsoft.com/office/drawing/2014/main" id="{F840B650-BDD7-C44F-C177-177D9C9E55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064" y="999363"/>
            <a:ext cx="384048" cy="384048"/>
          </a:xfrm>
          <a:prstGeom prst="rect">
            <a:avLst/>
          </a:prstGeom>
        </p:spPr>
      </p:pic>
      <p:pic>
        <p:nvPicPr>
          <p:cNvPr id="23" name="Graphic 22" descr="Map with pin with solid fill">
            <a:extLst>
              <a:ext uri="{FF2B5EF4-FFF2-40B4-BE49-F238E27FC236}">
                <a16:creationId xmlns:a16="http://schemas.microsoft.com/office/drawing/2014/main" id="{50795CE8-D91B-B777-B81B-721874DC22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600" y="937260"/>
            <a:ext cx="548640" cy="548640"/>
          </a:xfrm>
          <a:prstGeom prst="rect">
            <a:avLst/>
          </a:prstGeom>
        </p:spPr>
      </p:pic>
      <p:pic>
        <p:nvPicPr>
          <p:cNvPr id="25" name="Graphic 24" descr="Warning with solid fill">
            <a:extLst>
              <a:ext uri="{FF2B5EF4-FFF2-40B4-BE49-F238E27FC236}">
                <a16:creationId xmlns:a16="http://schemas.microsoft.com/office/drawing/2014/main" id="{3F86721A-FB4D-2122-52C5-BCAAF927AA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967" y="2770632"/>
            <a:ext cx="384048" cy="384048"/>
          </a:xfrm>
          <a:prstGeom prst="rect">
            <a:avLst/>
          </a:prstGeom>
        </p:spPr>
      </p:pic>
      <p:pic>
        <p:nvPicPr>
          <p:cNvPr id="27" name="Graphic 26" descr="Transfer with solid fill">
            <a:extLst>
              <a:ext uri="{FF2B5EF4-FFF2-40B4-BE49-F238E27FC236}">
                <a16:creationId xmlns:a16="http://schemas.microsoft.com/office/drawing/2014/main" id="{94970177-B098-5A1B-1532-FA2043269C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7618" y="2840355"/>
            <a:ext cx="372618" cy="3726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457903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in India is driving increased temperatures, irregular precipitation, and extreme weather events</a:t>
            </a:r>
            <a:endParaRPr lang="en-US" sz="16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environmental shifts cause direct business damage — asset destruction, inventory loss, supply chain disruption</a:t>
            </a:r>
            <a:endParaRPr lang="en-US" sz="16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on business survival focuses primarily on financial and operational factors — ignoring environmental risks</a:t>
            </a:r>
            <a:endParaRPr lang="en-US" sz="16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are mostly aggregated at the national level, lacking district-specific analysis for SMEs</a:t>
            </a:r>
            <a:endParaRPr lang="en-US" sz="1600" dirty="0"/>
          </a:p>
          <a:p>
            <a:pPr marL="342900" indent="-342900" algn="just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urgent need for a data-driven predictive model integrating climate and business data to forecast survival rates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133088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Gap: No quantitative district-level framework exists to predict climate-driven SME failure in India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66928" cy="65836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24128" y="1005840"/>
            <a:ext cx="7726680" cy="566928"/>
          </a:xfrm>
          <a:prstGeom prst="rect">
            <a:avLst/>
          </a:prstGeom>
          <a:solidFill>
            <a:srgbClr val="E0F2F7"/>
          </a:solidFill>
          <a:ln w="6350">
            <a:solidFill>
              <a:srgbClr val="D0E8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005840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dirty="0"/>
              <a:t>To analyze the impact of climate factors (temperature, rainfall, floods) on SME survival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566928" cy="65836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4767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24128" y="1993392"/>
            <a:ext cx="7726680" cy="566928"/>
          </a:xfrm>
          <a:prstGeom prst="rect">
            <a:avLst/>
          </a:prstGeom>
          <a:solidFill>
            <a:srgbClr val="E0F2F7"/>
          </a:solidFill>
          <a:ln w="6350">
            <a:solidFill>
              <a:srgbClr val="D0E8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93392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dirty="0"/>
              <a:t>To develop predictive models using Machine Learning techniques (Random Forest,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)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2935224"/>
            <a:ext cx="566928" cy="65836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3522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24128" y="2980944"/>
            <a:ext cx="7726680" cy="566928"/>
          </a:xfrm>
          <a:prstGeom prst="rect">
            <a:avLst/>
          </a:prstGeom>
          <a:solidFill>
            <a:srgbClr val="E0F2F7"/>
          </a:solidFill>
          <a:ln w="6350">
            <a:solidFill>
              <a:srgbClr val="D0E8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980944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dirty="0"/>
              <a:t>To estimate SME survival probability under different climate scenarios</a:t>
            </a:r>
          </a:p>
        </p:txBody>
      </p:sp>
      <p:sp>
        <p:nvSpPr>
          <p:cNvPr id="16" name="Shape 14"/>
          <p:cNvSpPr/>
          <p:nvPr/>
        </p:nvSpPr>
        <p:spPr>
          <a:xfrm>
            <a:off x="365760" y="3922776"/>
            <a:ext cx="566928" cy="65836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2277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24128" y="3968496"/>
            <a:ext cx="7726680" cy="566928"/>
          </a:xfrm>
          <a:prstGeom prst="rect">
            <a:avLst/>
          </a:prstGeom>
          <a:solidFill>
            <a:srgbClr val="E0F2F7"/>
          </a:solidFill>
          <a:ln w="6350">
            <a:solidFill>
              <a:srgbClr val="D0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968496"/>
            <a:ext cx="7589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dirty="0"/>
              <a:t>To identify key risk drivers using SHAP and propose a climate risk scorecard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743200" cy="384048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651760" cy="2766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/ NASA — Temperature &amp; Rainfall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NDMA — Flood incident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/ Udyam — Business registrations &amp; closures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/ NITI Aayog — GDP, inflation, unemployment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2480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960120"/>
            <a:ext cx="27432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Models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23920" y="1098687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 Proportional Hazard Model (Survival Analysis)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ensemble prediction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gradient-boosted trees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Explainability &amp; Feature Importance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96012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960120"/>
            <a:ext cx="25603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00800" y="1417320"/>
            <a:ext cx="2235200" cy="2508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500–600 Indian districts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panel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~2,500–4,200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diversity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sklearn, SHAP, lifelines)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Fig: Data Integration Framework — Climate + MSME + Economic data merged by district &amp; year (see Chapter 3, Fig 3)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00200"/>
          </a:xfrm>
          <a:prstGeom prst="rect">
            <a:avLst/>
          </a:prstGeom>
          <a:solidFill>
            <a:srgbClr val="E8F4F8"/>
          </a:solidFill>
          <a:ln w="6350">
            <a:solidFill>
              <a:srgbClr val="B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</a:t>
            </a:r>
            <a:r>
              <a:rPr lang="en-US" sz="14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6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Anomaly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 of SME failure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1600200"/>
          </a:xfrm>
          <a:prstGeom prst="rect">
            <a:avLst/>
          </a:prstGeom>
          <a:solidFill>
            <a:srgbClr val="E8F4F8"/>
          </a:solidFill>
          <a:ln w="6350">
            <a:solidFill>
              <a:srgbClr val="B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5156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  Rainfall Deviation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43560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(drought + excess risky)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114800" cy="1600200"/>
          </a:xfrm>
          <a:prstGeom prst="rect">
            <a:avLst/>
          </a:prstGeom>
          <a:solidFill>
            <a:srgbClr val="E8F4F8"/>
          </a:solidFill>
          <a:ln w="6350">
            <a:solidFill>
              <a:srgbClr val="B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9260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Flood Events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331012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damage &amp; disruption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4114800" cy="1600200"/>
          </a:xfrm>
          <a:prstGeom prst="rect">
            <a:avLst/>
          </a:prstGeom>
          <a:solidFill>
            <a:srgbClr val="E8F4F8"/>
          </a:solidFill>
          <a:ln w="6350">
            <a:solidFill>
              <a:srgbClr val="B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92608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GDP as Buffer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310128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protection against climate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Figure: SME Closure vs Climate Trend (Chapter 4, Fig 8) — shows closure rates rising alongside climate disruptions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Performance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0175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0584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078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97880" y="13258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897880" y="16916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accuracy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760720" y="2331720"/>
            <a:ext cx="30175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6B7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60720" y="2331720"/>
            <a:ext cx="64008" cy="11430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4048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97880" y="26517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897880" y="30175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accuracy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760720" y="3657600"/>
            <a:ext cx="30175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3657600"/>
            <a:ext cx="64008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7307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 Wins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3977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897880" y="43434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variable interactions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Plot (Chapter 4, Fig 11) — shows top variables driving predictions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Climate &amp; Economic Drivers (SHAP Feature Importance)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Anomaly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527048"/>
            <a:ext cx="434340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1444752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6654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4023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066544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Heatwave Days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2770632"/>
            <a:ext cx="342900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688336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3101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(mm)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3392424"/>
            <a:ext cx="29718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3310128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93192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MSMEs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4014216"/>
            <a:ext cx="37490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931920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72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Insight: Rising temperature anomaly consistently pushes distress probability HIGHER — directional impact confirmed across all observations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Summary Plot (Chapter 4, Fig 12) &amp; SHAP Dependence Plot (Fig 13)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— Future Climate Projections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078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2°C Rise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35040" y="1417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rates increase noticeably across all districts in the +2°C scenario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228600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2359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35040" y="26974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+ drought together amplify failure risk beyond individual effects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35661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3639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Risk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35040" y="3977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climate exposure — not single events — drives SME closure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Impact Graph (Chapter 4, Fig 14) — shows distress distribution shift under +2°C warming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977640" cy="347472"/>
          </a:xfrm>
          <a:prstGeom prst="rect">
            <a:avLst/>
          </a:prstGeom>
          <a:solidFill>
            <a:srgbClr val="1A6B72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Conclusions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3977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anomaly &amp; heatwaves are top predictors of SME failure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rainfall (too much or too little) compounds risk non-linearly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outperforms traditional survival models in prediction accuracy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offers limited protection against environmental shocks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Managerial Actions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09160" y="1261872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climate risk in SME strategic planning &amp; financial budgeting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district-level Climate Risk Scorecard for credit &amp; insurance decisions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supply chains geographically to reduce weather disruption risk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0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/ SEBI: Mandate climate risk disclosures for financial institutions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572000"/>
            <a:ext cx="8321040" cy="384048"/>
          </a:xfrm>
          <a:prstGeom prst="rect">
            <a:avLst/>
          </a:prstGeom>
          <a:solidFill>
            <a:srgbClr val="0D3460"/>
          </a:solidFill>
          <a:ln w="12700">
            <a:solidFill>
              <a:srgbClr val="1A6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Research: Firm-level primary data · Transition risk integration · Neural networks · Cross-country comparisons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5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5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784</Words>
  <Application>Microsoft Office PowerPoint</Application>
  <PresentationFormat>On-screen Show (16:9)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Risk &amp; Business Survival</dc:title>
  <dc:subject>PptxGenJS Presentation</dc:subject>
  <dc:creator>PptxGenJS</dc:creator>
  <cp:lastModifiedBy>Sudeshna Das</cp:lastModifiedBy>
  <cp:revision>2</cp:revision>
  <dcterms:created xsi:type="dcterms:W3CDTF">2026-04-26T10:16:34Z</dcterms:created>
  <dcterms:modified xsi:type="dcterms:W3CDTF">2026-04-28T03:25:07Z</dcterms:modified>
</cp:coreProperties>
</file>